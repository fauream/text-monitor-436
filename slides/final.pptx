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预训练表征值多少：一个 Δ(θ) 测量报告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CSI 436/536 · Project P · Final · Group: [组员姓名]</a:t>
            </a:r>
          </a:p>
          <a:p>
            <a:pPr>
              <a:spcAft>
                <a:spcPts val="600"/>
              </a:spcAft>
              <a:defRPr sz="2000"/>
            </a:pPr>
            <a:r>
              <a:t>一句话结论（跑完后填数字）：在推理步骤判错任务上，预训练表征</a:t>
            </a:r>
          </a:p>
          <a:p>
            <a:pPr lvl="1">
              <a:spcAft>
                <a:spcPts val="600"/>
              </a:spcAft>
              <a:defRPr sz="1800"/>
            </a:pPr>
            <a:r>
              <a:t>把达到 AUROC __ 所需标注量降低约 __ 倍（Δ(n) 峰值在 n=__ 处，Δ=__）</a:t>
            </a:r>
          </a:p>
          <a:p>
            <a:pPr lvl="1">
              <a:spcAft>
                <a:spcPts val="600"/>
              </a:spcAft>
              <a:defRPr sz="1800"/>
            </a:pPr>
            <a:r>
              <a:t>分布偏移下 Δ = __（仍为正/归零）；扰动下 Δ = 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Recap: question and formalization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课程固定问题：预训练表征是否提升下游任务？</a:t>
            </a:r>
          </a:p>
          <a:p>
            <a:pPr>
              <a:spcAft>
                <a:spcPts val="600"/>
              </a:spcAft>
              <a:defRPr sz="2000"/>
            </a:pPr>
            <a:r>
              <a:t>Δ(θ) = L_test(TF-IDF) − L_test(embedding)；θ = (n, 偏移, 扰动)</a:t>
            </a:r>
          </a:p>
          <a:p>
            <a:pPr>
              <a:spcAft>
                <a:spcPts val="600"/>
              </a:spcAft>
              <a:defRPr sz="2000"/>
            </a:pPr>
            <a:r>
              <a:t>唯一变量 = 特征来源；g = 逻辑回归 / 线性 SVM；全部冻结、无 fine-tune</a:t>
            </a:r>
          </a:p>
          <a:p>
            <a:pPr>
              <a:spcAft>
                <a:spcPts val="600"/>
              </a:spcAft>
              <a:defRPr sz="2000"/>
            </a:pPr>
            <a:r>
              <a:t>任务载体：数学推理步骤判对错（PRM800K 人工标签）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Setup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按题目分组划分（同一题步骤不跨集合）；test 只评一次</a:t>
            </a:r>
          </a:p>
          <a:p>
            <a:pPr>
              <a:spcAft>
                <a:spcPts val="600"/>
              </a:spcAft>
              <a:defRPr sz="2000"/>
            </a:pPr>
            <a:r>
              <a:t>balanced accuracy / AUROC；每个 n 10 种子分层抽样，均值 ± 区间</a:t>
            </a:r>
          </a:p>
          <a:p>
            <a:pPr>
              <a:spcAft>
                <a:spcPts val="600"/>
              </a:spcAft>
              <a:defRPr sz="2000"/>
            </a:pPr>
            <a:r>
              <a:t>预登记 3 条预测，本节末逐条对照成立与否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1: Δ(n) — sample efficiency</a:t>
            </a:r>
          </a:p>
        </p:txBody>
      </p:sp>
      <p:pic>
        <p:nvPicPr>
          <p:cNvPr id="3" name="Picture 2" descr="e1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644" y="1188720"/>
            <a:ext cx="636040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左/本图：学习曲线（均值 ± 95% 区间）；结论句：预训练表征在小样本端把所需标注量降低约 __ 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1b: the gap itself</a:t>
            </a:r>
          </a:p>
        </p:txBody>
      </p:sp>
      <p:pic>
        <p:nvPicPr>
          <p:cNvPr id="3" name="Picture 2" descr="e1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2400" y="1188720"/>
            <a:ext cx="72468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Δ(n) = AUROC(embedding) − AUROC(TF-IDF)；峰值位置 = “何时帮助最大”的量化答案</a:t>
            </a:r>
          </a:p>
          <a:p>
            <a:pPr>
              <a:defRPr sz="1500"/>
            </a:pPr>
            <a:r>
              <a:t>预登记预测 1（峰值在 n ≤ 100）：[成立 / 部分成立 / 不成立，如实填]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2: Δ(偏移) — generalization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0" y="1737360"/>
            <a:ext cx="6309360" cy="2926080"/>
          </a:xfrm>
          <a:prstGeom prst="rect">
            <a:avLst/>
          </a:prstGeom>
          <a:solidFill>
            <a:srgbClr val="DDDDDD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[占位] e3_generalization.png</a:t>
            </a:r>
          </a:p>
          <a:p>
            <a:pPr algn="ctr">
              <a:defRPr sz="1600"/>
            </a:pPr>
            <a:r>
              <a:t>跑完实验后重跑 make_slides.py 自动嵌入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MATH→GSM8K 为复合分布偏移（题型+来源+标签方式），不作单因素归因</a:t>
            </a:r>
          </a:p>
          <a:p>
            <a:pPr>
              <a:defRPr sz="1500"/>
            </a:pPr>
            <a:r>
              <a:t>预登记预测 2（偏移下 Δ 仍为正）：[成立 / 部分成立 / 不成立]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2b: train vs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0" y="1737360"/>
            <a:ext cx="6309360" cy="2926080"/>
          </a:xfrm>
          <a:prstGeom prst="rect">
            <a:avLst/>
          </a:prstGeom>
          <a:solidFill>
            <a:srgbClr val="DDDDDD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[占位] e3_train_test.png</a:t>
            </a:r>
          </a:p>
          <a:p>
            <a:pPr algn="ctr">
              <a:defRPr sz="1600"/>
            </a:pPr>
            <a:r>
              <a:t>跑完实验后重跑 make_slides.py 自动嵌入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train/test 差距 = 过拟合视角的 generalization（L06–L07）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3: Δ(扰动) — robustness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0" y="1737360"/>
            <a:ext cx="6309360" cy="2926080"/>
          </a:xfrm>
          <a:prstGeom prst="rect">
            <a:avLst/>
          </a:prstGeom>
          <a:solidFill>
            <a:srgbClr val="DDDDDD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[占位] e4_robustness.png</a:t>
            </a:r>
          </a:p>
          <a:p>
            <a:pPr algn="ctr">
              <a:defRPr sz="1600"/>
            </a:pPr>
            <a:r>
              <a:t>跑完实验后重跑 make_slides.py 自动嵌入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规则式扰动（typo / 数字格式 / LaTeX）下的 AUROC 衰减；</a:t>
            </a:r>
          </a:p>
          <a:p>
            <a:pPr>
              <a:defRPr sz="1500"/>
            </a:pPr>
            <a:r>
              <a:t>预登记预测 3（embedding 衰减 ≤ TF-IDF）：[成立 / 部分成立 / 不成立]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When do pretrained representations help most?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量化答案 = 三条 gap 曲线的峰值与归零位置（跑完后填数字）</a:t>
            </a:r>
          </a:p>
          <a:p>
            <a:pPr lvl="1">
              <a:spcAft>
                <a:spcPts val="600"/>
              </a:spcAft>
              <a:defRPr sz="1800"/>
            </a:pPr>
            <a:r>
              <a:t>n 轴：Δ 峰值在 n = __；大 n 端收窄到 __</a:t>
            </a:r>
          </a:p>
          <a:p>
            <a:pPr lvl="1">
              <a:spcAft>
                <a:spcPts val="600"/>
              </a:spcAft>
              <a:defRPr sz="1800"/>
            </a:pPr>
            <a:r>
              <a:t>偏移轴：Δ = __；扰动轴：衰减差 = __</a:t>
            </a:r>
          </a:p>
          <a:p>
            <a:pPr>
              <a:spcAft>
                <a:spcPts val="600"/>
              </a:spcAft>
              <a:defRPr sz="2000"/>
            </a:pPr>
            <a:r>
              <a:t>一句话：外部预训练特征在“本地数据买不起低 test loss 的制度”最值钱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Novelty (1.6) &amp; optional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三个预训练表征（MiniLM / bge-base / bge-large）× 两种分类器</a:t>
            </a:r>
          </a:p>
          <a:p>
            <a:pPr lvl="1">
              <a:spcAft>
                <a:spcPts val="600"/>
              </a:spcAft>
              <a:defRPr sz="1700"/>
            </a:pPr>
            <a:r>
              <a:t>注：家族与维度不同，只表述为模型间对比，不声称纯规模效应</a:t>
            </a:r>
          </a:p>
          <a:p>
            <a:pPr>
              <a:spcAft>
                <a:spcPts val="600"/>
              </a:spcAft>
              <a:defRPr sz="1900"/>
            </a:pPr>
            <a:r>
              <a:t>（可选）E5 拒答机制：风险-覆盖率曲线</a:t>
            </a:r>
          </a:p>
          <a:p>
            <a:pPr>
              <a:spcAft>
                <a:spcPts val="600"/>
              </a:spcAft>
              <a:defRPr sz="1900"/>
            </a:pPr>
            <a:r>
              <a:t>（可选）E6 初步观察：训练集散度统计量 vs 实测 Δ，n=4 点，仅作 future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Limitations &amp; honest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只覆盖静态错误识别；不研究对抗性躲避（需 RL，超出课程范围）</a:t>
            </a:r>
          </a:p>
          <a:p>
            <a:pPr>
              <a:spcAft>
                <a:spcPts val="600"/>
              </a:spcAft>
              <a:defRPr sz="2000"/>
            </a:pPr>
            <a:r>
              <a:t>复合分布偏移不做单因素归因；小样本结论均带区间</a:t>
            </a:r>
          </a:p>
          <a:p>
            <a:pPr>
              <a:spcAft>
                <a:spcPts val="600"/>
              </a:spcAft>
              <a:defRPr sz="2000"/>
            </a:pPr>
            <a:r>
              <a:t>Δ ≈ 0 的区域如实报告为边界，不是失败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1.1 是否：摘要句带效应量与区间 ✓   1.2 冻结提取器 + 课上模型 ✓</a:t>
            </a:r>
          </a:p>
          <a:p>
            <a:pPr>
              <a:spcAft>
                <a:spcPts val="600"/>
              </a:spcAft>
              <a:defRPr sz="1900"/>
            </a:pPr>
            <a:r>
              <a:t>1.3 TF-IDF 对照贯穿 ✓   1.4 小样本学习曲线（10 种子）✓</a:t>
            </a:r>
          </a:p>
          <a:p>
            <a:pPr>
              <a:spcAft>
                <a:spcPts val="600"/>
              </a:spcAft>
              <a:defRPr sz="1900"/>
            </a:pPr>
            <a:r>
              <a:t>1.5 sample efficiency / generalization / robustness = Δ(n)/Δ(偏移)/Δ(扰动)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novelty：多表征 × 多算法 ✓   代码：种子固定、README 一键复现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