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Can a cheap text monitor tell right from wrong reasoning?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CSI 436/536 Machine Learning · Project P · Midterm</a:t>
            </a:r>
          </a:p>
          <a:p>
            <a:pPr>
              <a:spcAft>
                <a:spcPts val="600"/>
              </a:spcAft>
              <a:defRPr sz="2000"/>
            </a:pPr>
            <a:r>
              <a:t>Group members: [组员姓名]</a:t>
            </a:r>
          </a:p>
          <a:p>
            <a:pPr>
              <a:spcAft>
                <a:spcPts val="600"/>
              </a:spcAft>
              <a:defRPr sz="2000"/>
            </a:pPr>
            <a:r>
              <a:t>一句话主题：便宜的文本分类器，能不能读懂数学推理步骤的对错？</a:t>
            </a:r>
          </a:p>
          <a:p>
            <a:pPr>
              <a:spcAft>
                <a:spcPts val="600"/>
              </a:spcAft>
              <a:defRPr sz="2000"/>
            </a:pPr>
            <a:r>
              <a:t>且按课程规定回答：预训练表征在其中到底多买了什么（Δ(θ) 测量报告）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Background: why monitoring reasoning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大模型的多步数学推理里常有错误步骤</a:t>
            </a:r>
          </a:p>
          <a:p>
            <a:pPr lvl="1">
              <a:spcAft>
                <a:spcPts val="600"/>
              </a:spcAft>
              <a:defRPr sz="1800"/>
            </a:pPr>
            <a:r>
              <a:t>逐步人工检查太贵：PRM800K 一个数据集就花了 80 万条人工步骤标注</a:t>
            </a:r>
          </a:p>
          <a:p>
            <a:pPr>
              <a:spcAft>
                <a:spcPts val="600"/>
              </a:spcAft>
              <a:defRPr sz="2000"/>
            </a:pPr>
            <a:r>
              <a:t>如果便宜的文本分类器能自动判对错，标注成本可以被大幅压缩</a:t>
            </a:r>
          </a:p>
          <a:p>
            <a:pPr>
              <a:spcAft>
                <a:spcPts val="600"/>
              </a:spcAft>
              <a:defRPr sz="2000"/>
            </a:pPr>
            <a:r>
              <a:t>但“判对错”需要的知识从哪来？——这正是课程问题的用武之地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Problem setup: the fixed course question, formalized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课程固定问题：预训练表征是否提升下游任务（尤其有限数据下）？</a:t>
            </a:r>
          </a:p>
          <a:p>
            <a:pPr>
              <a:spcAft>
                <a:spcPts val="600"/>
              </a:spcAft>
              <a:defRPr sz="2000"/>
            </a:pPr>
            <a:r>
              <a:t>我们的形式化：Δ(θ) = L_test(简单特征) − L_test(预训练特征)</a:t>
            </a:r>
          </a:p>
          <a:p>
            <a:pPr lvl="1">
              <a:spcAft>
                <a:spcPts val="600"/>
              </a:spcAft>
              <a:defRPr sz="1800"/>
            </a:pPr>
            <a:r>
              <a:t>θ =（训练样本数 n, 分布偏移, 扰动）三个评测制度</a:t>
            </a:r>
          </a:p>
          <a:p>
            <a:pPr lvl="1">
              <a:spcAft>
                <a:spcPts val="600"/>
              </a:spcAft>
              <a:defRPr sz="1800"/>
            </a:pPr>
            <a:r>
              <a:t>同一套课上算法（逻辑回归 / 线性 SVM），唯一变量是特征来源</a:t>
            </a:r>
          </a:p>
          <a:p>
            <a:pPr>
              <a:spcAft>
                <a:spcPts val="600"/>
              </a:spcAft>
              <a:defRPr sz="2000"/>
            </a:pPr>
            <a:r>
              <a:t>合规设定：预训练模型冻结只作特征提取器；对照组 = TF-IDF</a:t>
            </a:r>
          </a:p>
          <a:p>
            <a:pPr>
              <a:spcAft>
                <a:spcPts val="600"/>
              </a:spcAft>
              <a:defRPr sz="2000"/>
            </a:pPr>
            <a:r>
              <a:t>交付物 = 测量报告：是否（带效应量）+ Δ 在三根轴上的边界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Data &amp; protocol (Soundness)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/>
            </a:pPr>
            <a:r>
              <a:t>PRM800K（OpenAI, MIT）：MATH 推理步骤，人工标注 对/错</a:t>
            </a:r>
          </a:p>
          <a:p>
            <a:pPr>
              <a:spcAft>
                <a:spcPts val="600"/>
              </a:spcAft>
              <a:defRPr sz="1900"/>
            </a:pPr>
            <a:r>
              <a:t>Math-Shepherd（GSM8K，自动标签）：仅作迁移测试集</a:t>
            </a:r>
          </a:p>
          <a:p>
            <a:pPr>
              <a:spcAft>
                <a:spcPts val="600"/>
              </a:spcAft>
              <a:defRPr sz="1900"/>
            </a:pPr>
            <a:r>
              <a:t>输入 = 题目 + 当前步；按题目分组划分，同一题步骤绝不跨 train/test</a:t>
            </a:r>
          </a:p>
          <a:p>
            <a:pPr>
              <a:spcAft>
                <a:spcPts val="600"/>
              </a:spcAft>
              <a:defRPr sz="1900"/>
            </a:pPr>
            <a:r>
              <a:t>标签不平衡 → 主指标 balanced accuracy / AUROC，不报裸 accuracy</a:t>
            </a:r>
          </a:p>
          <a:p>
            <a:pPr>
              <a:spcAft>
                <a:spcPts val="600"/>
              </a:spcAft>
              <a:defRPr sz="1900"/>
            </a:pPr>
            <a:r>
              <a:t>每个 n 用 10 个种子分层重复抽样，报均值 ± 区间；test 只评一次</a:t>
            </a:r>
          </a:p>
          <a:p>
            <a:pPr>
              <a:spcAft>
                <a:spcPts val="600"/>
              </a:spcAft>
              <a:defRPr sz="1900"/>
            </a:pPr>
            <a:r>
              <a:t>预登记已锁定 3 条预测，证伪也照样报告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Current progress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2926080" y="1737360"/>
            <a:ext cx="6309360" cy="2926080"/>
          </a:xfrm>
          <a:prstGeom prst="rect">
            <a:avLst/>
          </a:prstGeom>
          <a:solidFill>
            <a:srgbClr val="DDDDDD"/>
          </a:solidFill>
          <a:ln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[占位] e1_learning_curve.png</a:t>
            </a:r>
          </a:p>
          <a:p>
            <a:pPr algn="ctr">
              <a:defRPr sz="1600"/>
            </a:pPr>
            <a:r>
              <a:t>跑完实验后重跑 make_slides.py 自动嵌入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84632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学习曲线雏形（x = 训练样本数 n，log 轴；y = test AUROC；阴影 = 10 种子 95% 区间）</a:t>
            </a:r>
          </a:p>
          <a:p>
            <a:pPr>
              <a:defRPr sz="1500"/>
            </a:pPr>
            <a:r>
              <a:t>结论句（差值语言）：[跑完后填] n ≤ 100 时 embedding − TF-IDF 的 Δ = __ 个 AUROC 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类别不平衡：对/错步骤比例悬殊 → 分层抽样 + balanced 指标</a:t>
            </a:r>
          </a:p>
          <a:p>
            <a:pPr>
              <a:spcAft>
                <a:spcPts val="600"/>
              </a:spcAft>
              <a:defRPr sz="2000"/>
            </a:pPr>
            <a:r>
              <a:t>泛化测试是复合分布偏移（题型 + 来源 + 标签方式同时变）→ 不作单因素归因</a:t>
            </a:r>
          </a:p>
          <a:p>
            <a:pPr>
              <a:spcAft>
                <a:spcPts val="600"/>
              </a:spcAft>
              <a:defRPr sz="2000"/>
            </a:pPr>
            <a:r>
              <a:t>预登记若被证伪（如 gap 峰值不在小样本端）→ 如实报告为边界结论</a:t>
            </a:r>
          </a:p>
          <a:p>
            <a:pPr>
              <a:spcAft>
                <a:spcPts val="600"/>
              </a:spcAft>
              <a:defRPr sz="2000"/>
            </a:pPr>
            <a:r>
              <a:t>拒答阈值（监视器何时说“不知道”）怎么定 → 风险-覆盖率曲线（可选 E5）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Plans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E1 学习曲线 Δ(n)：n = 20 … 全量 × 4 种特征 × 2 种分类器（最优先）</a:t>
            </a:r>
          </a:p>
          <a:p>
            <a:pPr>
              <a:spcAft>
                <a:spcPts val="600"/>
              </a:spcAft>
              <a:defRPr sz="2000"/>
            </a:pPr>
            <a:r>
              <a:t>E3 泛化 Δ(偏移)：PRM800K(MATH) → Math-Shepherd(GSM8K) + train/test 差距</a:t>
            </a:r>
          </a:p>
          <a:p>
            <a:pPr>
              <a:spcAft>
                <a:spcPts val="600"/>
              </a:spcAft>
              <a:defRPr sz="2000"/>
            </a:pPr>
            <a:r>
              <a:t>E4 鲁棒 Δ(扰动)：typo / 数字格式 / LaTeX 规则扰动下的衰减对比</a:t>
            </a:r>
          </a:p>
          <a:p>
            <a:pPr>
              <a:spcAft>
                <a:spcPts val="600"/>
              </a:spcAft>
              <a:defRPr sz="2000"/>
            </a:pPr>
            <a:r>
              <a:t>E2 三档预训练表征对比（novelty）；E5/E6 可选，不挤占 E1–E4</a:t>
            </a:r>
          </a:p>
          <a:p>
            <a:pPr>
              <a:spcAft>
                <a:spcPts val="600"/>
              </a:spcAft>
              <a:defRPr sz="2000"/>
            </a:pPr>
            <a:r>
              <a:t>期末交付三张核心图：Δ(n)、Δ(偏移)、Δ(扰动)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Backup: requirement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/>
            </a:pPr>
            <a:r>
              <a:t>1.2 冻结特征提取器 + 课上模型：sklearn 管道，无梯度回传 ✓</a:t>
            </a:r>
          </a:p>
          <a:p>
            <a:pPr>
              <a:spcAft>
                <a:spcPts val="600"/>
              </a:spcAft>
              <a:defRPr sz="1900"/>
            </a:pPr>
            <a:r>
              <a:t>1.3 简单特征对照：TF-IDF(word/char) 贯穿全部实验 ✓</a:t>
            </a:r>
          </a:p>
          <a:p>
            <a:pPr>
              <a:spcAft>
                <a:spcPts val="600"/>
              </a:spcAft>
              <a:defRPr sz="1900"/>
            </a:pPr>
            <a:r>
              <a:t>1.4 小样本：学习曲线 n 从 20 起，10 种子分层 ✓</a:t>
            </a:r>
          </a:p>
          <a:p>
            <a:pPr>
              <a:spcAft>
                <a:spcPts val="600"/>
              </a:spcAft>
              <a:defRPr sz="1900"/>
            </a:pPr>
            <a:r>
              <a:t>1.5 三轴：sample efficiency ← Δ(n)；generalization ← Δ(偏移)；robustness ← Δ(扰动) ✓</a:t>
            </a:r>
          </a:p>
          <a:p>
            <a:pPr>
              <a:spcAft>
                <a:spcPts val="600"/>
              </a:spcAft>
              <a:defRPr sz="1900"/>
            </a:pPr>
            <a:r>
              <a:t>1.6 novelty：三个预训练表征 + 两种分类器 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